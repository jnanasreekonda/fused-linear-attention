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1475720" cy="2011680"/>
          </a:xfrm>
          <a:prstGeom prst="rect">
            <a:avLst/>
          </a:prstGeom>
          <a:solidFill>
            <a:srgbClr val="1A2E52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11475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FusedLinearAttention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475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CUDA Kernel Fusing QKV Projection &amp; Scaled Dot-Product Attention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Intermediate HBM Roundtrips for Transformer Inference Efficiency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338328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Bhanuja Karumuru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Tiling · NSight Profiling · Report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3246120"/>
            <a:ext cx="338328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Jnanasree Konda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Reference · PyTorch Binding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3246120"/>
            <a:ext cx="338328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Rithwik Amajala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Benchmark · PatchTST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School of Engineering  ·  High Performance Machine Learning  ·  Spring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800600"/>
            <a:ext cx="1737360" cy="320040"/>
          </a:xfrm>
          <a:prstGeom prst="rect">
            <a:avLst/>
          </a:prstGeom>
          <a:solidFill>
            <a:srgbClr val="1E3A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H100 GPU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4800600"/>
            <a:ext cx="1737360" cy="320040"/>
          </a:xfrm>
          <a:prstGeom prst="rect">
            <a:avLst/>
          </a:prstGeom>
          <a:solidFill>
            <a:srgbClr val="1E3A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2.8.0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4800600"/>
            <a:ext cx="1737360" cy="320040"/>
          </a:xfrm>
          <a:prstGeom prst="rect">
            <a:avLst/>
          </a:prstGeom>
          <a:solidFill>
            <a:srgbClr val="1E3A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4800600"/>
            <a:ext cx="1737360" cy="320040"/>
          </a:xfrm>
          <a:prstGeom prst="rect">
            <a:avLst/>
          </a:prstGeom>
          <a:solidFill>
            <a:srgbClr val="1E3A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Chameleon Cloud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6620256"/>
            <a:ext cx="1170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 ·  HPML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Solution Approach · Value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374904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5349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5204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Transformers split QKV projection &amp; SDPA into 2 separate CUDA kernels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Q, K, V tensors roundtrip through HBM (2 TB/s ceiling) between kernels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kernel launches add driver dispatch overhead at every forward 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(19 TB/s on A100) sits underutilised — the fast memory is wasted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bandwidth — not compute — is the dominant bottleneck at short-to-mid sequences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115568"/>
            <a:ext cx="374904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115568"/>
            <a:ext cx="54864" cy="5349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572768"/>
            <a:ext cx="35204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fused CUDA kernel: QKV GEMM + attention in one GPU launch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computed entirely in shared memory — never materialised in HBM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(tiled) softmax ensures numerical stability without full-sequence pre-pass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Bank-conflict-free padding: d+1=65 stride, analytically verified zero-conflict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cpp_extension binding — drop-in swap for any Transformer attention block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115568"/>
            <a:ext cx="374904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115568"/>
            <a:ext cx="54864" cy="534924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DELIVERED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1572768"/>
            <a:ext cx="35204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CUDA correctness tests passed — max abs diff ≤1.5×10⁻⁷ vs PyTorch SDPA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launches reduced from 2 → 1 per forward 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HBM reads reduced 11–55% across N=64–1024 — memory-traffic goal achieved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compiles and runs on H100 (sm_90) — full end-to-end pipeline validated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bottleneck: scalar fp32 projection loops — tensor core rewrite is the clear next step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Algorithmic · Systems · Numerical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 Toolkit Mismatch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 CUDA 11.1 was a blocker — resolved by running final experiments on H100 node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kernel compiled with TORCH_CUDA_ARCH_LIST=9.0 — H100 sm_90 target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compiled-kernel results collected — kernel is correct but slower than baseline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identified: scalar fp32 loops — no tensor-core utilisation on H100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1556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15568"/>
            <a:ext cx="54864" cy="25146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Memory vs SM Occupancy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55448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A100: 164 KB shared mem/SM — each T=64 block consumes 48.8 KB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T=128 uses 97.5 KB → only 1 block/SM — kills latency hiding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T=64 sweet spot: 3 resident blocks/SM for pipelining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Tile-size trade-off is a hard constraint, not a tunable hyperparameter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76732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767328"/>
            <a:ext cx="54864" cy="251460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Inter-Milestone Dependency Chain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420624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batched kernel (Jnanasree) must land before NSight profiling (Bhanuja)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Single-tile correctness is prerequisite for hardware efficiency optimisations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ETTh1 validation (Rithwik) blocked until kernel compiles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3-person critical path: tight handoffs, parallel development 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6732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767328"/>
            <a:ext cx="54864" cy="251460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Stability at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20624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softmax overflows at long N — large QKᵀ dot products exceed fp32 range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softmax: running max m and denominator ℓ updated per KV-tile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previous tile output before accumulating next tile contribution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NumPy reference ↔ PyTorch SDPA max abs diff = ≤1.5×10⁻⁷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— Kernel Architecture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Strategy · Grid/Block Layout · HBM Elimination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39496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 (Unfused Baseline)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X  ∈  ℝ^(B × N × 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975104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Kernel 1: Linear QKV (cuBLAS GEMM)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Q, K, V written → HBM roundtrip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77977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Kernel 2: F.scaled_dot_product_attention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∈  ℝ^(B × H × N × 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5120640" cy="27432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 (FusedLinearAttention)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X  ∈  ℝ^(B × N × 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389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Single Fused Kernel 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73659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Q, K, V computed in SRAM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508406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Online softmax applied in-tile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543153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Output written to HBM once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577900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∈  ℝ^(B × H × N × 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115568"/>
            <a:ext cx="608076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12070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 Design Details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15727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&amp; Block Organisation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18470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grid: (B × H × q_tile) blocks — each block owns one query tile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0" y="21488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T=64 threads/block; 3D CUDA grid for batch, head, and query tile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0" y="25420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Memory Layout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28163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sQ, sK, sV ∈ ℝ^(T×(d+1)) in fp32 — three arrays per block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311810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 = 65 stride: bank(i,c) = (i·65+c) mod 32 — all 32 warp threads hit distinct banks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35040" y="341985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 KB/block → 3 resident blocks/SM on A100 (optimal for latency hiding)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38130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Tiling Loop &amp; Online Softmax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408736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loop: KV tiles; inner: Q tile — standard FlashAttention-style decomposition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35040" y="438912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max m and denominator ℓ updated and rescaled each tile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35040" y="469087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identical to full softmax — no precision trade-off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35040" y="50840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Coalesced HBM Access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535838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 reads row i of X, Wq, Wk, Wv — consecutive threads, consecutive addresses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035040" y="566013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__syncthreads() placed after sQ/sK/sV loads and after output accumulation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— Implementation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Stack · Dataset · Team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54864" cy="25146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&amp;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45336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H100 (Chameleon Cloud) — final compiled-kernel experiments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2.8.0 · CUDA 12.8 runtime · NCCL 2.x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TORCH_CUDA_ARCH_LIST=9.0 · ninja build · cpp_extension JIT compilation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NSight Compute for SM occupancy, HBM bytes, warp efficiency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cpp_extension PyTorch JIT binding for kernel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1556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15568"/>
            <a:ext cx="54864" cy="251460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Stack &amp;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545336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kernel/fused_attn.cu v3: shmem padding + barriers + coalesced loads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kernel/fused_attn_ext.cpp: PyTorch JIT loader (ready, awaits CUDA 12.x)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CPU_Reference/tests/reference.py: NumPy ground truth with stable softmax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profiling/baseline_bench.py &amp; fused_bench.py: CUDA events, CSV export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tests/generate_golden_outputs.py + test_reference_vs_pytorch.py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76732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767328"/>
            <a:ext cx="54864" cy="251460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858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4197096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ETTh1: 17,420 hourly records, 7 features — electricity transformer data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Test: 8760 / 2880 / 2880 hours — per-feature z-normalisation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96-step input window → 96-step forecast horizon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PatchTST: 2 layers, 4 heads, d_model=128, patch_len=16, stride=8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lr=1e-4, cosine LR, MSE loss, early stopping patience=5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67328"/>
            <a:ext cx="5760720" cy="251460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767328"/>
            <a:ext cx="54864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858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Contribution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197096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Bhanuja: kernel design, tiling, bank-conflict analysis, profiling pipeline, figures, report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Jnanasree: NumPy reference, golden output files, PyTorch JIT binding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Rithwik: baseline benchmark timing, ETTh1 pipeline, PatchTST train &amp; eval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joint report authorship and final presentation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JnanasreeKonda/Fused-Linear-Attention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of Main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Wall-Time Speedup · Kernel Efficiency · Model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2816352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28163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11/11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" y="186994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14426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on H100 (max diff ≤1.5e-7)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816352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7832" y="1207008"/>
            <a:ext cx="28163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27832" y="186994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Read Reduction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7832" y="214426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N=1024 on H100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27064" y="1115568"/>
            <a:ext cx="2816352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27064" y="1207008"/>
            <a:ext cx="28163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→ 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27064" y="186994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Launches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27064" y="214426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forward pass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26296" y="1115568"/>
            <a:ext cx="2816352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26296" y="1207008"/>
            <a:ext cx="28163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≤1.5e-7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26296" y="186994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26296" y="214426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PyTorch SDPA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651760"/>
          <a:ext cx="8412480" cy="310896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Length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(µs)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(µs)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4737.3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8869680" y="2651760"/>
            <a:ext cx="3063240" cy="310896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06840" y="2743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006840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reads reduced 11–55% as N grows — memory efficiency goal achieved. However, scalar fp32 projection loops outweigh the memory savings on H100. Kernel is correct; performance gap is a compute-efficiency problem.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006840" y="3493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006840" y="38953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rewrite projection with tensor-core MMA tiles and fp16/bf16 compute paths.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006840" y="4297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006840" y="47000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optimization passes tried — block-per-query-tile launch was highest-return fix.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Evaluation — Baseline Profiling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Unfused Benchmark · CUDA Events · Steady-State Timing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48640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NVIDIA H100 — Chameleon Cloud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CUDA Events (cudaEventRecord) — no CPU/GPU sync overhead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Warmup: 100 iterations to reach GPU steady state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Timed: 500 iterations — mean reported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embed_dim=512, 8 heads, d_head=64, batch=1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lengths tested: [64, 128, 256, 512, 1024]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ops: Linear QKV (cuBLAS) + F.scaled_dot_product_attention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count per pass: always 2 (GEMM + SDPA)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4754880"/>
            <a:ext cx="5989320" cy="1709928"/>
          </a:xfrm>
          <a:prstGeom prst="rect">
            <a:avLst/>
          </a:prstGeom>
          <a:solidFill>
            <a:srgbClr val="1A2E52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4846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5138928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109–119 µs at N=64–512 → H100 is faster; HBM bandwidth still dominant at short sequences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at N=1024 (199 µs): O(N²) attention compute finally becomes visible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is fast: H100 cuBLAS + PyTorch SDPA is highly optimized — a tough target to beat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Evaluation — Speedup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Wall-Time Speedup vs Sequence Length · Memory vs Compute Bound Crossover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0" y="1115568"/>
            <a:ext cx="4663440" cy="128016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0" y="1115568"/>
            <a:ext cx="54864" cy="128016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79792" y="12070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the fused kernel slower?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79792" y="149961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reduces estimated HBM reads by 11–55% — memory-traffic goal achieved. But projection is still scalar fp32 loops. PyTorch baseline hits highly-tuned cuBLAS and H100 Tensor Cores. The saved memory traffic is outweighed by compute inefficiency.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0" y="2505456"/>
            <a:ext cx="4663440" cy="128016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2505456"/>
            <a:ext cx="54864" cy="1280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79792" y="2596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happened with optimization?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79792" y="288950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optimization passes tried. Block-per-query-tile launch and projection tiling through shared memory gave biggest wins. Register cap sweep, two-pass softmax, cooperative query-group rewrite all made things worse and were reverted.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15200" y="3895344"/>
            <a:ext cx="4663440" cy="128016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0" y="3895344"/>
            <a:ext cx="54864" cy="128016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79792" y="39867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conclusion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479792" y="42793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is correct (11/11 tests pass, max diff ≤1.5e-7). It reduces memory traffic. It does not yet beat the baseline. Root cause is no tensor-core usage — not a correctness or systems failure.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15200" y="5285232"/>
            <a:ext cx="4663440" cy="128016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0" y="5285232"/>
            <a:ext cx="54864" cy="128016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79792" y="53766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next step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479792" y="5669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projection around tensor-core-friendly MMA tiles + fp16/bf16 compute. This is a well-understood path \u2014 the kernel correctness and memory-traffic infrastructure are already in place.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Evaluation — Tiling &amp; Memory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Budget · SM Occupancy · Bank Conflict Elimination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15568"/>
          <a:ext cx="5303520" cy="256032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shmem (KB)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Blocks/SM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06440" y="1115568"/>
            <a:ext cx="6172200" cy="283464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943600" y="1207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Bank-Conflict-Free Padding Analysis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0" y="1536192"/>
            <a:ext cx="585216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stride d=64: thread i hits bank (i·64) mod 32 — 32-way conflict on every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stride d+1=65: bank = (i·65 + c) mod 32 = (i + c) mod 32 for column 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warp threads hit distinct banks → full 32× shared memory bandwidth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+1 float per row = 4 B × T = 256 B per tile — completely negligible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analytically in kernel/DESIGN.md — no runtime overhead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4114800"/>
            <a:ext cx="6172200" cy="233172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0" y="4206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__syncthreads() Placement Audit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0" y="4544568"/>
            <a:ext cx="5852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after sQ load: all threads finish Q tile load before GEMM reads begin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after sK/sV load: KV tiles fully populated before score computation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after output accumulation: all warp threads complete before HBM write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barriers/KV-tile + 1/Q-tile boundary — verified by warp divergence audit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Evaluation — Correctness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Reference · Golden Outputs · PatchTST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669280" cy="534924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Multi-Level Correctness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57200" cy="25603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 Reference (NumPy)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Q=XWq, K=XWk, V=XWv, scores=QKᵀ/√d, out=softmax(scores)·V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1854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 softmax: subtract max before exp — avoids overflow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4871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sum to 1 within 10⁻⁵ — no NaN/Inf across all configs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diff vs PyTorch SDPA: ≤1.5×10⁻⁷  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457200" cy="256032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552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552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Output Files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.npy files for 5 configs: B=1/4, N=64–1024, d_head=64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867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generate_golden_outputs.py — deterministic, version-controlled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169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configurations pass the correctness test suite  ✓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636008"/>
            <a:ext cx="4572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36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6360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 Kernel Validation ✓ Complete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49469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kernel tested against golden outputs and root correctness suite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52486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1e-5 (fp32 accumulation rounding budget)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5550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triggers tiling loop / barrier placement re-audit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configurations passed on H100 — max abs diff ≤1.5×10⁻⁷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1115568"/>
            <a:ext cx="5806440" cy="260604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12070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PatchTST / ETTh1 Model Results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36192"/>
          <a:ext cx="5806440" cy="1170432"/>
        </p:xfrm>
        <a:graphic>
          <a:graphicData uri="http://schemas.openxmlformats.org/drawingml/2006/table">
            <a:tbl>
              <a:tblPr/>
              <a:tblGrid>
                <a:gridCol w="1935480"/>
                <a:gridCol w="1935480"/>
                <a:gridCol w="1935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(unfused)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(actual)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0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6263640" y="276148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&lt;1% degradation; actual MSE +18.27% — not met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26480" y="3858768"/>
            <a:ext cx="5806440" cy="260604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263640" y="39502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Infrastructure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263640" y="4297680"/>
            <a:ext cx="5532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generate_golden_outputs.py — deterministic .npy ground truth generation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test_reference_vs_pytorch.py — validates NumPy vs PyTorch SDPA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baseline_bench.py — H100 timing (100 warmup + 500 timed iterations)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fused_bench.py — simulation + CSV export; NSight when compiled</a:t>
            </a:r>
            <a:endParaRPr lang="en-US" sz="12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fused_attn_ext.cpp — PyTorch JIT loader, ready for CUDA 12.x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Observations, 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· Remaining Work · Long-Term Vision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22860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5669280" cy="260604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534924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is correct and memory-efficient — HBM reads reduced 11–55%; 11/11 tests 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speed lags baseline: scalar fp32 projection loops do not use H100 Tensor Cores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Block-per-query-tile launch was highest-return fix; 9 optimization passes completed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PatchTST pipeline fully integrated; fused model trained and evaluated on ETTh1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15568"/>
            <a:ext cx="5806440" cy="260604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2070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536192"/>
            <a:ext cx="553212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compiles and runs on H100 (sm_90) — 11/11 correctness tests pass, max diff ≤1.5×10⁻⁷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kernel launched on H100 (sm_90) — correctness validated, kernel launches 2→1 per 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delivers a rigorous systems result: how to fuse, validate, benchmark, and diagnose a custom CUDA kernel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Memory-traffic goal achieved: HBM reads reduced 11–55% across all sequence lengths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3858768"/>
            <a:ext cx="1170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" y="4206240"/>
            <a:ext cx="3813048" cy="233172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206240"/>
            <a:ext cx="54864" cy="2331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(Next 2 Weeks)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4608576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projection with tensor-core MMA tiles (WMMA/cublasSgemm replacement)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fp16/bf16 compute paths for 2× arithmetic throughput on H100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warp-level work partitioning for projection and score accumulation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true fused CUDA backward kernel (remove recomputation bridge)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4528" y="4206240"/>
            <a:ext cx="3813048" cy="233172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4528" y="4206240"/>
            <a:ext cx="54864" cy="23317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Extensions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4608576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NSight Compute occupancy + instruction-level diagnostics for current best kernel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masking support for autoregressive / decoder attention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end-to-end retrained PatchTST MSE once projection is tensor-core-based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sequence parallelism via NCCL all-reduce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0456" y="4206240"/>
            <a:ext cx="3813048" cy="233172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0456" y="4206240"/>
            <a:ext cx="54864" cy="233172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Vision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85048" y="4608576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FlashAttention-3 style warp specialization: overlap projection and softmax stages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 QKV projection for inference on edge and datacenter GPUs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sliding-window attention patterns (local + global tokens)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drop-in SDPA replacement for HuggingFace Transformers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66202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FusedLinearAttention  |  HPML Final Project  |  NYU Tandon  |  Spring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11475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8915400" cy="960120"/>
          </a:xfrm>
          <a:prstGeom prst="rect">
            <a:avLst/>
          </a:prstGeom>
          <a:solidFill>
            <a:srgbClr val="1A2E52"/>
          </a:solidFill>
          <a:ln w="254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2176272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450592"/>
            <a:ext cx="8549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https://github.com/JnanasreeKonda/Fused-Linear-Attention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65176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429000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11/11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4117086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0055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on H100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337560"/>
            <a:ext cx="265176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429000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2→1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91840" y="4117086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Launches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40055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forward 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265176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429000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≤1.5e-7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26480" y="4117086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440055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PyTorch SDPA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0" y="3337560"/>
            <a:ext cx="265176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3429000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+18.27%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961120" y="4117086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Delta on ETTh1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440055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vs baseline (current)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983480"/>
            <a:ext cx="11475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Bhanuja Karumuru  ·  Jnanasree Konda  ·  Rithwik Amajala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School of Engineering  ·  High Performance Machine Learning  ·  Spring 2026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5806440"/>
            <a:ext cx="818388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587044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"Fusing QKV projection and scaled dot-product attention into a single CUDA kernel — eliminating HBM roundtrips, one tile at a time."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FusedLinearAttention — HPML Final</dc:title>
  <dc:subject>PptxGenJS Presentation</dc:subject>
  <dc:creator>Bhanuja, Jnanasree, Rithwik</dc:creator>
  <cp:lastModifiedBy>Bhanuja, Jnanasree, Rithwik</cp:lastModifiedBy>
  <cp:revision>1</cp:revision>
  <dcterms:created xsi:type="dcterms:W3CDTF">2026-04-30T03:40:41Z</dcterms:created>
  <dcterms:modified xsi:type="dcterms:W3CDTF">2026-04-30T03:40:41Z</dcterms:modified>
</cp:coreProperties>
</file>